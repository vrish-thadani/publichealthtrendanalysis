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Public Health Trend Analysis</a:t>
            </a:r>
          </a:p>
          <a:p>
            <a:r>
              <a:t>Life Expectancy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Case Study No. 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public-health organization wants to analyze historical observations and identify meaningful patterns useful for planning.</a:t>
            </a:r>
          </a:p>
          <a:p/>
          <a:p>
            <a:r>
              <a:t>Our Goal: Build a robust machine learning regression system to predict life expectancy based on global health and socio-economic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Source: WHO Life Expectancy Data</a:t>
            </a:r>
          </a:p>
          <a:p>
            <a:r>
              <a:t>- Scope: 193 Countries (2000-2015)</a:t>
            </a:r>
          </a:p>
          <a:p>
            <a:r>
              <a:t>- Size: 2938 records, 22 features</a:t>
            </a:r>
          </a:p>
          <a:p>
            <a:r>
              <a:t>- Target Variable: Life Expectancy (Years)</a:t>
            </a:r>
          </a:p>
          <a:p>
            <a:r>
              <a:t>- Features: Adult Mortality, GDP, BMI, Schooling,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pic>
        <p:nvPicPr>
          <p:cNvPr id="3" name="Picture 2" descr="life_expectancy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Preprocessing: Median Imputation (Numeric), Mode Imputation (Categorical)</a:t>
            </a:r>
          </a:p>
          <a:p>
            <a:r>
              <a:t>- Scaling: StandardScaler</a:t>
            </a:r>
          </a:p>
          <a:p>
            <a:r>
              <a:t>- Encoding: One-Hot Encoding for 'Status'</a:t>
            </a:r>
          </a:p>
          <a:p>
            <a:r>
              <a:t>- Train/Test Split: 80% / 20%</a:t>
            </a:r>
          </a:p>
          <a:p>
            <a:r>
              <a:t>- Models: Linear Regression, Decision Tree, Random Forest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 &amp; 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Evaluated:</a:t>
            </a:r>
          </a:p>
          <a:p>
            <a:r>
              <a:t>- Linear Regression (R²: 0.819, RMSE: 3.951)</a:t>
            </a:r>
          </a:p>
          <a:p>
            <a:r>
              <a:t>- Decision Tree Regressor (R²: 0.916, RMSE: 2.700)</a:t>
            </a:r>
          </a:p>
          <a:p>
            <a:r>
              <a:t>- Random Forest Regressor (R²: 0.967, RMSE: 1.680)</a:t>
            </a:r>
          </a:p>
          <a:p/>
          <a:p>
            <a:r>
              <a:t>Best Model: Random Forest Regressor</a:t>
            </a:r>
          </a:p>
          <a:p>
            <a:r>
              <a:t>- Explains 96.7% of variance.</a:t>
            </a:r>
          </a:p>
          <a:p>
            <a:r>
              <a:t>- Lowest prediction error (RMSE: 1.68).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Findings: Socio-economic factors like Schooling and Income composition strongly correlate with life expectancy.</a:t>
            </a:r>
          </a:p>
          <a:p>
            <a:r>
              <a:t>- Future Scope: Use more recent data, attempt time-series forecasting, and explore deep learning algorithms.</a:t>
            </a:r>
          </a:p>
          <a:p>
            <a:r>
              <a:t>- Application: An interactive Streamlit dashboard was created to demonstrate live predictions.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